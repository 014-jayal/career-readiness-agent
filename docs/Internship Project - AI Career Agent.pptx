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Libre Baskervill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ibreBaskervill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ibreBaskerville-bold.fntdata"/><Relationship Id="rId6" Type="http://schemas.openxmlformats.org/officeDocument/2006/relationships/slide" Target="slides/slide1.xml"/><Relationship Id="rId18" Type="http://schemas.openxmlformats.org/officeDocument/2006/relationships/font" Target="fonts/LibreBaskervill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10" Type="http://schemas.openxmlformats.org/officeDocument/2006/relationships/image" Target="../media/image28.png"/><Relationship Id="rId9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30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hyperlink" Target="https://github.com/014-Jayal/career-readiness-agent" TargetMode="External"/><Relationship Id="rId5" Type="http://schemas.openxmlformats.org/officeDocument/2006/relationships/hyperlink" Target="https://drive.google.com/drive/folders/17kBj2m0Dh5OVCWUEGab7t57Z_lCZZzZ3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3750" y="4051011"/>
            <a:ext cx="6724650" cy="128007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748080"/>
            <a:ext cx="30289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565558" y="1534068"/>
            <a:ext cx="70608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A252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 Career Readiness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1A252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Skill Gap Agent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867813" y="3151788"/>
            <a:ext cx="82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Bridging the gap between academic theory and industry requirements.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838575" y="4711898"/>
            <a:ext cx="87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286375" y="4711898"/>
            <a:ext cx="136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286375" y="5115669"/>
            <a:ext cx="136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219950" y="4711898"/>
            <a:ext cx="113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219950" y="5115669"/>
            <a:ext cx="113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713600" y="4395200"/>
            <a:ext cx="79614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</a:rPr>
              <a:t>Full Name : Jayal Shah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</a:rPr>
              <a:t>Registered Mail ID : jayalshah04@gmail.com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</a:rPr>
              <a:t>College Name : Institute of Advanced Research, Gandhinagar.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</a:rPr>
              <a:t>Mob No. : 9265911496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</a:rPr>
              <a:t>IBM SkillsBuild platform mail ID : </a:t>
            </a:r>
            <a:r>
              <a:rPr lang="en-US" sz="1800">
                <a:solidFill>
                  <a:srgbClr val="595959"/>
                </a:solidFill>
              </a:rPr>
              <a:t>jayalshah04@gmail.com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76275" y="863947"/>
            <a:ext cx="499062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I Built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76275" y="1435447"/>
            <a:ext cx="4752975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76275" y="2035522"/>
            <a:ext cx="4752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For my final project, I developed an </a:t>
            </a: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Explainable AI System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designed to tackle a real-world problem students face: </a:t>
            </a:r>
            <a:r>
              <a:rPr b="0" i="1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Uncertainty.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6275" y="3283297"/>
            <a:ext cx="499062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Objective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6275" y="3864322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To move beyond generic "job prediction" tools and create an intelligent agent that explains </a:t>
            </a: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a candidate is (or isn't) ready for a role, and specifically </a:t>
            </a: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to bridge that gap.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6275" y="5607397"/>
            <a:ext cx="4752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Technologies: Python, LangGraph, FastAPI, Streamlit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330234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145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Problem: The "Skills Gap" Confusion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81025" y="1152525"/>
            <a:ext cx="11029950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208597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During my research, I found that the issue isn't always a lack of skills, but a lack of </a:t>
            </a: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translation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81025" y="519112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This leads to a disconnect between qualified candidates and hiring managers.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14375" y="2886075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71525" y="2886075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Keyword mismatch: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Students know "ML" but job descriptions ask for "Machine Learning Algorithms".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14375" y="3638550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71525" y="3638550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Black Box Anxiety: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Application portals give no feedback, leaving applicants guessing.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14375" y="4391025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71525" y="4391025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Inefficient Upskilling: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Students waste time learning low-priority skills while missing the essentials.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0325" y="2090737"/>
            <a:ext cx="51244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740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0" y="3267075"/>
            <a:ext cx="4752975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762750" y="676275"/>
            <a:ext cx="499062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My Solution: The Readiness Agent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6762750" y="1724025"/>
            <a:ext cx="4752975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762750" y="2324100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 built a multi-agent system that acts as a personalized career coach.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991350" y="3457575"/>
            <a:ext cx="45505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Capabilities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1350" y="3476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124700" y="3848100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181850" y="3848100"/>
            <a:ext cx="4143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Free-Text Analysis: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Reads resumes like a human would.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124700" y="4600575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181850" y="4600575"/>
            <a:ext cx="4143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Quantified Score: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Gives a clear 0-100 readiness rating.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124700" y="5353050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181850" y="5353050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Gap Analysis: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Identifies exactly what is missing.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124700" y="5800725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181850" y="5800725"/>
            <a:ext cx="4143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Learning Roadmap: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Generates a timeline to fix those gaps.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139529"/>
            <a:ext cx="1985367" cy="1716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687" y="3139529"/>
            <a:ext cx="1985367" cy="1716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0350" y="3139529"/>
            <a:ext cx="1985367" cy="1716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5012" y="3139529"/>
            <a:ext cx="1985367" cy="171628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Architecture (Agentic Workflow)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81025" y="1152525"/>
            <a:ext cx="11029950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2085975" y="1752600"/>
            <a:ext cx="8020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backend uses </a:t>
            </a: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to orchestrate five distinct agents, each performing a specialized task.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81025" y="5141565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Data flows linearly, ensuring every decision is explainable and traceable.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4171" y="3320504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91410" y="3701504"/>
            <a:ext cx="176459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Resume Analyzer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33425" y="4215854"/>
            <a:ext cx="16805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Extracts &amp; normalizes skills (NLP).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4364" y="392147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7396" y="3320504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3706073" y="3701504"/>
            <a:ext cx="176459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 Gap Identifier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748087" y="4006304"/>
            <a:ext cx="16805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Compares against JSON job rules.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9027" y="392147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41108" y="3320504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6720735" y="3701504"/>
            <a:ext cx="176459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Market Agent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762750" y="4006304"/>
            <a:ext cx="16805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Assigns priority to missing skills.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3689" y="392147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55771" y="3320504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9735398" y="3701504"/>
            <a:ext cx="176459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4. Scoring &amp; Roadmap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777412" y="4215854"/>
            <a:ext cx="16805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Calculates score &amp; creates plan.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14575"/>
            <a:ext cx="52768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314575"/>
            <a:ext cx="52768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4133850"/>
            <a:ext cx="46577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Technical Innovations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81025" y="1152525"/>
            <a:ext cx="11029950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2609850"/>
            <a:ext cx="489061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80B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Skill Normalization Engine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3076575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One challenge I solved was handling the variety of ways people write skills. I implemented a normalization layer that maps variations to a standard ontology.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657975" y="2609850"/>
            <a:ext cx="489061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80B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Weighted Scoring Logic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57975" y="3076575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Instead of a simple "match count", I implemented a weighted algorithm based on market priority.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26289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7975" y="26289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791325" y="3857625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848475" y="3857625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High Priority (3x weight):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Essential skills (e.g., Python).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791325" y="4305300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848475" y="4305300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Medium Priority (2x weight):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Core tools (e.g., Git).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791325" y="4752975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848475" y="4752975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Low Priority (1x weight):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Bonus skills.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145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Technology Stack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81025" y="1152525"/>
            <a:ext cx="11029950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81025" y="25098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 utilized a modern, scalable stack to ensure the application is robust and production-ready.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14375" y="3271837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71525" y="3271837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Core Logic: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Python 3.9+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14375" y="3719512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71525" y="3719512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API Layer: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FastAPI (chosen for speed and async support)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14375" y="4167187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71525" y="4167187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Orchestration: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LangGraph (for managing agent state)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14375" y="4614862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71525" y="4614862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Streamlit (for rapid UI prototyping)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14375" y="5062537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71525" y="5062537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Data: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JSON Schema for Job Roles</a:t>
            </a:r>
            <a:endParaRPr/>
          </a:p>
        </p:txBody>
      </p:sp>
      <p:pic>
        <p:nvPicPr>
          <p:cNvPr descr="image.png" id="214" name="Google Shape;2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0325" y="2090737"/>
            <a:ext cx="51244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95550"/>
            <a:ext cx="34861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2495550"/>
            <a:ext cx="34861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2495550"/>
            <a:ext cx="348615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581025" y="15144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Journey &amp; Workflow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81025" y="2085975"/>
            <a:ext cx="11029950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864042" y="3409950"/>
            <a:ext cx="9201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Input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76300" y="399097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User uploads resume text and selects target role (e.g., "Data Scientist").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275897" y="3409950"/>
            <a:ext cx="16402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 Processing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4648200" y="3990975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Agents parse text, normalize skills, and compare against the database.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332833" y="3409950"/>
            <a:ext cx="107013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Result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420100" y="3990975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User gets a Score, a List of Missing Skills, and a Study Plan.</a:t>
            </a:r>
            <a:endParaRPr/>
          </a:p>
        </p:txBody>
      </p:sp>
      <p:pic>
        <p:nvPicPr>
          <p:cNvPr descr="image.png" id="230" name="Google Shape;2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2650" y="2828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1687" y="282892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39312" y="2828925"/>
            <a:ext cx="2571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62212"/>
            <a:ext cx="52768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462212"/>
            <a:ext cx="527685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Challenges &amp; Learnings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81025" y="1152525"/>
            <a:ext cx="11029950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904875" y="2757487"/>
            <a:ext cx="489061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80B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Challenges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904875" y="3224212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Unstructured Data: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Resumes come in many formats. Extracting clean skill data from messy text was the biggest hurdle.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04875" y="4329112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Subjectivity: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Defining what "ready" means is subjective. I had to create a rigid scoring rubric to ensure consistency.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657975" y="2757487"/>
            <a:ext cx="489061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80B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Internship Learnings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657975" y="3224212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Agentic Patterns: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I learned how to decouple logic into small, autonomous agents rather than writing one giant script.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657975" y="4329112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User-Centric Design: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I realized that explanation is just as important as the prediction itself.</a:t>
            </a:r>
            <a:endParaRPr/>
          </a:p>
        </p:txBody>
      </p:sp>
      <p:pic>
        <p:nvPicPr>
          <p:cNvPr descr="image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27765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7975" y="2776537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19362"/>
            <a:ext cx="1102995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Social Impact: SDG 8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81025" y="1152525"/>
            <a:ext cx="11029950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550" y="35385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3819525" y="2909887"/>
            <a:ext cx="77709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Decent Work &amp; Economic Growth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3819525" y="3376612"/>
            <a:ext cx="7400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This project isn't just code; it's about </a:t>
            </a: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empowerment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3819525" y="3871912"/>
            <a:ext cx="74009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By helping candidates identify their exact skill gaps, we enable more targeted learning. This directly supports the goal of reducing the proportion of youth not in employment, education, or training.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676275" y="1166812"/>
            <a:ext cx="499062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3E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Scope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676275" y="1738312"/>
            <a:ext cx="4752975" cy="285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676275" y="2338387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This project laid the foundation, but there is potential for significant expansion.</a:t>
            </a:r>
            <a:endParaRPr/>
          </a:p>
        </p:txBody>
      </p:sp>
      <p:pic>
        <p:nvPicPr>
          <p:cNvPr descr="image.png" id="268" name="Google Shape;26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809625" y="3281362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866775" y="3281362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Institutional Dashboards: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Building a view for colleges to track batch readiness.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809625" y="4033837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866775" y="4033837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Course Integration: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Automatically linking missing skills to Coursera/Udemy courses.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09625" y="4786312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66775" y="4786312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More Roles: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Expanding the JSON database to cover Marketing and Finance roles.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9968" y="4258122"/>
            <a:ext cx="1738312" cy="92005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4270796" y="3664922"/>
            <a:ext cx="365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4270787" y="2968797"/>
            <a:ext cx="34767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Thank you for listening to my presentation.</a:t>
            </a:r>
            <a:endParaRPr sz="2300"/>
          </a:p>
        </p:txBody>
      </p:sp>
      <p:sp>
        <p:nvSpPr>
          <p:cNvPr id="282" name="Google Shape;282;p24"/>
          <p:cNvSpPr txBox="1"/>
          <p:nvPr/>
        </p:nvSpPr>
        <p:spPr>
          <a:xfrm>
            <a:off x="4109833" y="4617425"/>
            <a:ext cx="3798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Open for feedback and discussion.</a:t>
            </a:r>
            <a:endParaRPr sz="2100"/>
          </a:p>
        </p:txBody>
      </p:sp>
      <p:sp>
        <p:nvSpPr>
          <p:cNvPr id="283" name="Google Shape;283;p24"/>
          <p:cNvSpPr txBox="1"/>
          <p:nvPr/>
        </p:nvSpPr>
        <p:spPr>
          <a:xfrm>
            <a:off x="767400" y="494000"/>
            <a:ext cx="10712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to Github: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https://github.com/014-Jayal/career-readiness-agent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to Drive: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https://drive.google.com/drive/folders/17kBj2m0Dh5OVCWUEGab7t57Z_lCZZzZ3?usp=sharing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6202725" y="4222075"/>
            <a:ext cx="601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